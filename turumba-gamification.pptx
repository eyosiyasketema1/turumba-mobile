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1828800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Turumba Gamification System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Built, Why It Matters, and How It Works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200400" y="3657600"/>
            <a:ext cx="27432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GCM Ethiopia  |  May 2026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9456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640080" cy="4114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234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 Journeys &amp; Milestones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40080" cy="41148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8288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Profiles &amp; Rules Engine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640080" cy="41148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4231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423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&amp; Celebrations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640080" cy="41148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0175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017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 &amp; Notifications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640080" cy="41148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6118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611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(Web)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640080" cy="411480"/>
          </a:xfrm>
          <a:prstGeom prst="rect">
            <a:avLst/>
          </a:prstGeom>
          <a:solidFill>
            <a:srgbClr val="E11D4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42062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4206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Re-engagement &amp; Drip Sequences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772400" y="1234440"/>
            <a:ext cx="1097280" cy="3566160"/>
          </a:xfrm>
          <a:prstGeom prst="rect">
            <a:avLst/>
          </a:prstGeom>
          <a:solidFill>
            <a:srgbClr val="E94560">
              <a:alpha val="92000"/>
            </a:srgbClr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246888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Gamification?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Discipleship is a journey, not a transaction. Gamification gives seekers visible progress, encouragement, and community — turning passive users into engaged disciples.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920240" cy="22860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377440"/>
            <a:ext cx="1920240" cy="54864"/>
          </a:xfrm>
          <a:prstGeom prst="rect">
            <a:avLst/>
          </a:prstGeom>
          <a:solidFill>
            <a:srgbClr val="E11D4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6517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36576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Streaks, points, and badges make daily discipleship feel rewarding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51760" y="2377440"/>
            <a:ext cx="1920240" cy="22860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51760" y="2377440"/>
            <a:ext cx="1920240" cy="54864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65176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5176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788920" y="36576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Re-engagement drips and mentor nudges bring seekers back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54880" y="2377440"/>
            <a:ext cx="1920240" cy="22860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0" y="237744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65176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5488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892040" y="36576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 and shared milestones foster healthy competition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858000" y="2377440"/>
            <a:ext cx="1920240" cy="22860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58000" y="2377440"/>
            <a:ext cx="1920240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2651760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5800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995160" y="36576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analytics reveal who's thriving and who needs support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822960" cy="5029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2743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Faith Journeys &amp; Milestones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faith pathways with trackable progress. Seekers follow guided journeys through lessons and milestones, building a visible discipleship path.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91640"/>
            <a:ext cx="54864" cy="13258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801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Paths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2240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Pre-defined faith journeys with ordered milestones. Each journey maps a seeker's progression through topics like prayer, scripture, and community.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6916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691640"/>
            <a:ext cx="54864" cy="13258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8288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801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Tracking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74720" y="2240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milestones within each journey. Completing a milestone awards XP and unlocks the next step in the path.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16916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691640"/>
            <a:ext cx="54864" cy="13258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288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66560" y="1801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09360" y="2240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completions fire events that trigger the behavior rules engine, automatically awarding points and checking badge criteria.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solidFill>
            <a:srgbClr val="E2E8F0">
              <a:alpha val="5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Platforms: Backend (Supabase)  |  Mobile (Expo)  |  Web (Vite + React)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822960" cy="50292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2743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Points, Profiles &amp; Rules Engine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gamification engine. Every seeker and mentor gets a profile with XP, levels, tiers, and streaks. A flexible behavior rules engine processes events and awards points automatically.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91640"/>
            <a:ext cx="54864" cy="132588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801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&amp; Leveling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2240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= floor(sqrt(xp/50)) + 1. Four tiers: Bronze (1-4), Silver (5-9), Gold (10-19), Platinum (20+). Computed via database trigger.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6916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691640"/>
            <a:ext cx="54864" cy="132588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8288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801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74720" y="2240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Timezone-aware daily streaks (Africa/Addis_Ababa default). Tracks current and longest streak. Streak break events trigger re-engagement.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16916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691640"/>
            <a:ext cx="54864" cy="132588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288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66560" y="1801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Rules Engine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09360" y="2240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rules match events to actions: award XP, grant badges, enroll in automations, send notifications. Supports cooldowns and daily caps.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solidFill>
            <a:srgbClr val="E2E8F0">
              <a:alpha val="5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Platforms: Backend (Supabase)  |  Mobile (Expo)  |  Web (Vite + React)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822960" cy="50292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2743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Badges &amp; Celebrations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badges with rarity tiers that recognize seeker milestones. Badges are awarded automatically when criteria are met, adding XP bonuses and celebration moments.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91640"/>
            <a:ext cx="54864" cy="132588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801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Definitions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2240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achievement, milestone, streak, special. Rarity tiers: common, rare, epic, legendary. Each badge includes criteria and XP reward.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6916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691640"/>
            <a:ext cx="54864" cy="132588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8288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801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Awards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74720" y="2240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check endpoint evaluates criteria. Idempotent: won't award duplicates. Awards XP bonus and creates a notification on earn.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16916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691640"/>
            <a:ext cx="54864" cy="132588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288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66560" y="1801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Badges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09360" y="2240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Pre-loaded badges: First Steps, Week Warrior, Streak Master, Devoted Learner, Century Club, Trailblazer, and more.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solidFill>
            <a:srgbClr val="E2E8F0">
              <a:alpha val="5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Platforms: Backend (Supabase)  |  Mobile (Expo)  |  Web (Vite + React)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822960" cy="50292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2743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Leaderboards &amp; Notifications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leaderboards (weekly, monthly, all-time) and an in-app notification system for badges, level-ups, streak milestones, and rank changes.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38404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691640"/>
            <a:ext cx="54864" cy="132588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801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2402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board types: weekly, monthly, all-time. Recomputed via SQL function. Filterable by actor type (seeker/mentor). Top-N ranking.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691640"/>
            <a:ext cx="38404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691640"/>
            <a:ext cx="54864" cy="132588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8288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49240" y="1801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892040" y="22402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 badge_earned, level_up, streak_milestone, milestone_completed, rank_change. In-app with read/unread state and mark-all-read.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solidFill>
            <a:srgbClr val="E2E8F0">
              <a:alpha val="50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Platforms: Backend (Supabase)  |  Mobile (Expo)  |  Web (Vite + React)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822960" cy="50292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2743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web-only admin panel giving super admins and admins full visibility and control over the gamification system. Manage rules, badges, view analytics, and monitor engagement.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91640"/>
            <a:ext cx="54864" cy="132588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801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Management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2240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toggle, and delete behavior rules. Configure triggers, conditions, actions, cooldowns, and daily caps from the UI.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6916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691640"/>
            <a:ext cx="54864" cy="132588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8288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801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Management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74720" y="2240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for badge definitions. Set criteria, rarity, XP rewards, and categories. Preview badge details before publishing.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16916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691640"/>
            <a:ext cx="54864" cy="132588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288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66560" y="1801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Insights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09360" y="2240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distribution charts, badge earn rates, streak distribution, tier breakdown, XP timeline, and aggregate totals across all profiles.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solidFill>
            <a:srgbClr val="E2E8F0">
              <a:alpha val="5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Platforms: Web Dashboard Only (Vite + React + shadcn/ui)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822960" cy="502920"/>
          </a:xfrm>
          <a:prstGeom prst="rect">
            <a:avLst/>
          </a:prstGeom>
          <a:solidFill>
            <a:srgbClr val="E11D4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2743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Re-engagement &amp; Drip Sequences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re-engagement that brings inactive seekers back. Drip message sequences triggered by silence, broken streaks, or dropout risk. Mentor nudge notifications alert assigned mentors.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91640"/>
            <a:ext cx="54864" cy="1325880"/>
          </a:xfrm>
          <a:prstGeom prst="rect">
            <a:avLst/>
          </a:prstGeom>
          <a:solidFill>
            <a:srgbClr val="E11D4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801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Drip Sequences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2240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 message sequences with configurable delays. Channels: in-app, push, SMS, WhatsApp. Auto-scheduled on enrollment.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6916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691640"/>
            <a:ext cx="54864" cy="1325880"/>
          </a:xfrm>
          <a:prstGeom prst="rect">
            <a:avLst/>
          </a:prstGeom>
          <a:solidFill>
            <a:srgbClr val="E11D4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8288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801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Enrollment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74720" y="2240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enrollment via SQL function. Prevents duplicate active enrollments. Templates: 'We Miss You' (silence) and 'Streak Recovery'.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16916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691640"/>
            <a:ext cx="54864" cy="1325880"/>
          </a:xfrm>
          <a:prstGeom prst="rect">
            <a:avLst/>
          </a:prstGeom>
          <a:solidFill>
            <a:srgbClr val="E11D4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288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66560" y="1801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Nudges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09360" y="2240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dropout risk hits high/critical, the assigned mentor receives a notification. Behavior rule with 24h cooldown and daily cap of 1.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solidFill>
            <a:srgbClr val="E2E8F0">
              <a:alpha val="5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Platforms: Backend (Supabase)  |  Web (Vite + React)  |  Mobile (Expo)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9748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3258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202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23774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 SDK 54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27889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expo-router navigation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32004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Sans typography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3611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with gamification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" y="40233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Badges, streaks, leaderboard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37560" y="109728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37560" y="1097280"/>
            <a:ext cx="2697480" cy="54864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32588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19202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(Supabase)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566160" y="23774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 edge functions (Deno)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566160" y="27889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functions for atomicity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566160" y="32004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policies per table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566160" y="3611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Timezone-aware streaks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566160" y="40233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operations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217920" y="109728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217920" y="1097280"/>
            <a:ext cx="2697480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25880"/>
            <a:ext cx="502920" cy="5029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17920" y="19202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446520" y="23774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React + TypeScript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446520" y="27889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 + Tailwind CSS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446520" y="32004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gamification panel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446520" y="3611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badges, analytics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446520" y="40233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Re-engagement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Status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6858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097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200400" y="10972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phases deployed to Supabase (8 migration files, edge functions)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8046720" cy="6858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200400" y="18745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Vercel (messengerturumba.vercel.app) with admin panel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2651760"/>
            <a:ext cx="8046720" cy="6858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889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2651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200400" y="26517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integrated into profile screen (Expo SDK 54)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429000"/>
            <a:ext cx="8046720" cy="6858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6616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34290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3200400" y="34290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Badges, rules, templates, and leaderboard entries pre-loaded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0" y="4343400"/>
            <a:ext cx="9144000" cy="80467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1" name="Text 15"/>
          <p:cNvSpPr/>
          <p:nvPr/>
        </p:nvSpPr>
        <p:spPr>
          <a:xfrm>
            <a:off x="548640" y="43891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000" dirty="0"/>
          </a:p>
        </p:txBody>
      </p:sp>
      <p:sp>
        <p:nvSpPr>
          <p:cNvPr id="22" name="Text 16"/>
          <p:cNvSpPr/>
          <p:nvPr/>
        </p:nvSpPr>
        <p:spPr>
          <a:xfrm>
            <a:off x="1280160" y="43891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Migrations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2697480" y="43891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24" name="Text 18"/>
          <p:cNvSpPr/>
          <p:nvPr/>
        </p:nvSpPr>
        <p:spPr>
          <a:xfrm>
            <a:off x="3429000" y="43891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Complete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846320" y="43891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5577840" y="43891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995160" y="43891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3000" dirty="0"/>
          </a:p>
        </p:txBody>
      </p:sp>
      <p:sp>
        <p:nvSpPr>
          <p:cNvPr id="28" name="Text 22"/>
          <p:cNvSpPr/>
          <p:nvPr/>
        </p:nvSpPr>
        <p:spPr>
          <a:xfrm>
            <a:off x="7726680" y="43891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945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371600" y="30175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Turumba gamification system is live and ready to transform how seekers engage with their faith journey.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9456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Turumba Gamification System</dc:title>
  <dc:subject>PptxGenJS Presentation</dc:subject>
  <dc:creator>GCM Ethiopia</dc:creator>
  <cp:lastModifiedBy>GCM Ethiopia</cp:lastModifiedBy>
  <cp:revision>1</cp:revision>
  <dcterms:created xsi:type="dcterms:W3CDTF">2026-05-12T01:02:14Z</dcterms:created>
  <dcterms:modified xsi:type="dcterms:W3CDTF">2026-05-12T01:02:14Z</dcterms:modified>
</cp:coreProperties>
</file>